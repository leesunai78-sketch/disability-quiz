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13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768"/>
      </p:cViewPr>
      <p:guideLst>
        <p:guide orient="horz" pos="1620"/>
        <p:guide pos="13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009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2560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2560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914400"/>
            <a:ext cx="768096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장애인인식개선 교육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결과 &amp; 해설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15문제  |  2025년 기준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818CF8">
              <a:alpha val="2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비율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06624" y="42062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6624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종류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81728" y="42062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FCD34D">
              <a:alpha val="2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56832" y="420624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비율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818CF8">
              <a:alpha val="1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9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등록 장애인 수는 전체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인구의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몇 %일까요?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5%  (약 264만 명)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장애인은 약 264만 명으로 전체 인구의 약 5.1%입니다.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100명 중 5명꼴이에요. 생각보다 많죠?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종류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12251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2251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장애인복지법에서 정한 법정 장애 유형은 총 15가지이다.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맞다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지체·뇌병변·시각·청각·언어·지적·자폐성·정신·신장·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심장·호흡기·간·안면·장루요루·뇌전증 — 정확히 15가지입니다.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종류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28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사지선다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중 장애인복지법상 장애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유형에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속하지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않는 것은?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안면장애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수면장애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뇌전증장애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008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장루·요루장애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8595360" cy="66751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수면장애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수면장애는 법정 장애 유형이 아닙니다.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안면·뇌전증·장루요루장애는 모두 15가지 유형에 포함됩니다.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종류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05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등록 장애인 중 가장 많은 장애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지체장애  (약 46%)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지체장애인이 전체의 약 46%로 가장 많습니다.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팔·다리·척추 등 신체 기능 저하가 모두 포함됩니다.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종류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7563" y="1188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7563" y="118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"발달장애"는 지적장애만을 의미한다.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틀리다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발달장애는 지적장애와 자폐성장애를 함께 포함하는 개념입니다.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발달장애인 권리보장법에서도 두 유형을 함께 규정합니다.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7563" y="1188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CD34D">
              <a:alpha val="1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7563" y="118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대한민국 장애인의 약 90%는 후천적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원인으로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장애를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갖게 된다.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맞다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88~90%가 사고·질병 등 후천적 원인입니다.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누구든 장애인이 될 수 있습니다. 장애는 우리 모두의 문제입니다.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7563" y="128016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CD34D">
              <a:alpha val="1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7563" y="128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사지선다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장애를 "사회 환경과 편견이 만든 문제"로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의료적 모델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생태학적 모델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사회적 모델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008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통합적 모델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8595360" cy="66751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사회적 모델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모델은 장애를 개인 결함이 아닌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구조·환경·편견의 문제로 봅니다.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CD34D">
              <a:alpha val="1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18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"장애우(障碍友)"라는 표현은 장애인을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부르는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올바른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표현이다.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틀리다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"장애우"는 비장애인의 시혜적 표현입니다.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"장애인" 또는 "장애가 있는 사람"이 올바른 표현입니다.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5017" y="1188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CD34D">
              <a:alpha val="1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5017" y="118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장애인차별금지법상 정당한 편의 제공을 거부하는 것도 차별 행위에 해당한다.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맞다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장애인차별금지법에서는 정당한 편의 제공 거부를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차별 행위로 규정합니다.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인식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14000" y="14630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FCD34D">
              <a:alpha val="1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4000" y="146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사지선다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공공기관·정부기관의 장애인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의무고용률은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민간기업과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비교하면?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2779776" cy="630936"/>
          </a:xfrm>
          <a:prstGeom prst="roundRect">
            <a:avLst>
              <a:gd name="adj" fmla="val 10145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31136"/>
            <a:ext cx="25786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같다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182112" y="2231136"/>
            <a:ext cx="2779776" cy="630936"/>
          </a:xfrm>
          <a:prstGeom prst="roundRect">
            <a:avLst>
              <a:gd name="adj" fmla="val 10145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231136"/>
            <a:ext cx="25786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낮다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89904" y="2231136"/>
            <a:ext cx="2779776" cy="630936"/>
          </a:xfrm>
          <a:prstGeom prst="roundRect">
            <a:avLst>
              <a:gd name="adj" fmla="val 10145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231136"/>
            <a:ext cx="25786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높다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높다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민간기업(50인 이상) 3.1%  vs  공공기관·지자체 3.8%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미이행 시 민간은 고용부담금, 공공기관은 기관 평가 불이익.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77725" y="118872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7725" y="118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시각장애인 안내 시, 안내자가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시각장애인의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팔을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잡아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이동을 돕는 것이 올바른 방법이다.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 틀리다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반대입니다. 시각장애인이 안내자의 팔꿈치를 잡고,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안내자가 반보 앞에서 이동하는 것이 올바른 방법입니다.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7563" y="14630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7563" y="146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사지선다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 사용자와 대화할 때 가장 올바른 자세는?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서서 내려다보며 말한다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눈높이를 맞추어 대화한다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보호자에게 대신 전달한다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008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빠르게 용건만 말한다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8595360" cy="66751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눈높이를 맞추어 대화한다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눈높이를 맞추면 평등하고 편안한 대화가 가능합니다.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보호자에게 대신 전달하는 것은 당사자를 무시하는 행동입니다.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05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청각장애인과 소통할 때 도움이 되는 방법을 두 가지 이상 써보세요.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3024554"/>
            <a:ext cx="8595360" cy="71534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필담 / 수어 / 입 모양 크게 천천히 / 문자 메시지 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 전 먼저 시선을 맞추는 것도 중요합니다.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방법을 상황에 맞게 활용하세요.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10972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9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/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황색 점자블록 위에 물건을 올려두거나 </a:t>
            </a: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주차하는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것은</a:t>
            </a: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불법이다.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⭕  O  맞다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2231136"/>
            <a:ext cx="4160520" cy="630936"/>
          </a:xfrm>
          <a:prstGeom prst="roundRect">
            <a:avLst>
              <a:gd name="adj" fmla="val 14493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231136"/>
            <a:ext cx="41605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X  틀리다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74320" y="2935224"/>
            <a:ext cx="8595360" cy="804672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  맞다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점자블록은 시각장애인 이동 안전 시설입니다.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교통약자 이동편의 증진법 위반으로 과태료 처분을 받습니다.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73152"/>
            <a:ext cx="420624" cy="42062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73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14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배려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89299" y="109728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9299" y="1097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사지선다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1280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21792"/>
            <a:ext cx="914400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658368"/>
            <a:ext cx="8503920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 전용 주차구역을 올바르게 이용할 수 있는 경우는?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장애인 가족 명의 차량이면 누구든 가능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36008" y="2231136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231136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보행상 장애인이 탑승한 경우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장애인 주차 표지가 있으면 언제나 가능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36008" y="2651760"/>
            <a:ext cx="4233672" cy="347472"/>
          </a:xfrm>
          <a:prstGeom prst="roundRect">
            <a:avLst>
              <a:gd name="adj" fmla="val 18421"/>
            </a:avLst>
          </a:prstGeom>
          <a:solidFill>
            <a:srgbClr val="2D3F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651760"/>
            <a:ext cx="4032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5분 이내 잠깐 볼일 볼 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8595360" cy="649224"/>
          </a:xfrm>
          <a:prstGeom prst="roundRect">
            <a:avLst>
              <a:gd name="adj" fmla="val 9091"/>
            </a:avLst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35224"/>
            <a:ext cx="8595360" cy="804672"/>
          </a:xfrm>
          <a:prstGeom prst="rect">
            <a:avLst/>
          </a:prstGeom>
          <a:noFill/>
          <a:ln/>
        </p:spPr>
        <p:txBody>
          <a:bodyPr wrap="square" lIns="0" tIns="20320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정답   </a:t>
            </a: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보행상 장애인이 탑승한 경우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3813048"/>
            <a:ext cx="8595360" cy="1261872"/>
          </a:xfrm>
          <a:prstGeom prst="roundRect">
            <a:avLst>
              <a:gd name="adj" fmla="val 579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3904488"/>
            <a:ext cx="54864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04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" y="4178808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표지가 있어도 장애인이 탑승하지 않으면 불법입니다.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운전하거나 탑승한 경우에만 이용 가능합니다.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0" cy="2560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2560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내용을 기억하고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장애인과 함께하는 세상을 만들어가요.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참고 자료 및 법령 출처 (2025년 기준)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78638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보건복지부 「등록장애인 현황 통계」· KOSIS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「장애인복지법 시행령」제2조 [별표1]  ③ 「발달장애인 권리보장 및 지원에 관한 법률」제2조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한국장애인고용공단 「장애인 경제활동 실태조사」  ⑤ WHO ICF(2001) — 사회적 모델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「장애인차별금지 및 권리구제 등에 관한 법률」  ⑦ 「장애인고용촉진 및 직업재활법」제28조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한국시각장애인연합회 「안내 에티켓」  ⑨ 「교통약자의 이동편의 증진법」제21조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「장애인·노인·임산부 등의 편의증진 보장에 관한 법률」  ⑪ 고용노동부·한국장애인고용공단 「표준교재」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917</Words>
  <Application>Microsoft Office PowerPoint</Application>
  <PresentationFormat>화면 슬라이드 쇼(16:9)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장애인인식개선 교육 퀴즈 해설</dc:title>
  <dc:subject>PptxGenJS Presentation</dc:subject>
  <dc:creator>PptxGenJS</dc:creator>
  <cp:lastModifiedBy>11x</cp:lastModifiedBy>
  <cp:revision>2</cp:revision>
  <dcterms:created xsi:type="dcterms:W3CDTF">2026-06-12T18:22:44Z</dcterms:created>
  <dcterms:modified xsi:type="dcterms:W3CDTF">2026-06-12T18:29:03Z</dcterms:modified>
</cp:coreProperties>
</file>